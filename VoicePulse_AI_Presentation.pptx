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VoicePulse AI Engine</a:t>
            </a:r>
          </a:p>
          <a:p>
            <a:pPr>
              <a:spcBef>
                <a:spcPts val="800"/>
              </a:spcBef>
              <a:defRPr sz="1800">
                <a:solidFill>
                  <a:srgbClr val="3B82F6"/>
                </a:solidFill>
                <a:latin typeface="Segoe UI"/>
              </a:defRPr>
            </a:pPr>
            <a:r>
              <a:t>Enterprise Real-Time Sales QA &amp; Compliance Intelligence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10362895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377440"/>
            <a:ext cx="9784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Presenter: Pervaiz | Machine Learning &amp; AI Engineer</a:t>
            </a:r>
          </a:p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Core Mission: Safeguarding high-stakes customer calls with sub-second streaming analysis.</a:t>
            </a:r>
          </a:p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Tech Stack: FastAPI, AssemblyAI V3 Universal Streaming, WebSockets, Web Audio API.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The Enterprise Compliance Problem</a:t>
            </a:r>
          </a:p>
          <a:p>
            <a:pPr>
              <a:spcBef>
                <a:spcPts val="800"/>
              </a:spcBef>
              <a:defRPr sz="1800">
                <a:solidFill>
                  <a:srgbClr val="3B82F6"/>
                </a:solidFill>
                <a:latin typeface="Segoe UI"/>
              </a:defRPr>
            </a:pPr>
            <a:r>
              <a:t>Why Traditional QA Fails in Fast-Paced Sales Environments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10362895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377440"/>
            <a:ext cx="9784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Manual Post-Call Bottleneck: Reviews happen after calls conclude, resulting in irreversible regulatory violations.</a:t>
            </a:r>
          </a:p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High Financial Exposure: Absolute guarantees ('100% safe', 'guaranteed returns') lead to massive compliance fines.</a:t>
            </a:r>
          </a:p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Real-Time Intervention Gap: Existing solutions lack low-latency streaming engines capable of whispering real-time alerts to agents.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System Architecture &amp; Data Flow</a:t>
            </a:r>
          </a:p>
          <a:p>
            <a:pPr>
              <a:spcBef>
                <a:spcPts val="800"/>
              </a:spcBef>
              <a:defRPr sz="1800">
                <a:solidFill>
                  <a:srgbClr val="3B82F6"/>
                </a:solidFill>
                <a:latin typeface="Segoe UI"/>
              </a:defRPr>
            </a:pPr>
            <a:r>
              <a:t>End-to-End Real-Time Pipeline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10362895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377440"/>
            <a:ext cx="9784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Client Audio Ingestion: Browser Web Audio API captures microphone input, downsampling to 16kHz raw PCM.</a:t>
            </a:r>
          </a:p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Secure Backend Handshake: FastAPI proxy endpoint (`/api/token`) generates short-lived AssemblyAI V3 tokens securely.</a:t>
            </a:r>
          </a:p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Real-Time WebSocket Stream: Bidirectional stream (`wss://`) processes live audio packets sub-second.</a:t>
            </a:r>
          </a:p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Semantic Risk Evaluation: Turn-by-turn POST requests calculate risk scores and trigger instant UI supervisor alerts.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Engineering Challenges &amp; Solutions</a:t>
            </a:r>
          </a:p>
          <a:p>
            <a:pPr>
              <a:spcBef>
                <a:spcPts val="800"/>
              </a:spcBef>
              <a:defRPr sz="1800">
                <a:solidFill>
                  <a:srgbClr val="3B82F6"/>
                </a:solidFill>
                <a:latin typeface="Segoe UI"/>
              </a:defRPr>
            </a:pPr>
            <a:r>
              <a:t>Overcoming Complex Integration Roadblocks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10362895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377440"/>
            <a:ext cx="9784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API Credential Isolation: Routed all token generation requests through a protected backend layer, preventing browser exposure.</a:t>
            </a:r>
          </a:p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Strict Header Sanitization: Implemented rigorous string cleaning (.strip(), quote/newline stripping) to solve 401 auth rejections.</a:t>
            </a:r>
          </a:p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Audio Buffer Optimization: Managed ScriptProcessorNode buffers (`Int16Array`) to ensure zero-latency packet transmission without audio clipping.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Business Impact &amp; Future Roadmap</a:t>
            </a:r>
          </a:p>
          <a:p>
            <a:pPr>
              <a:spcBef>
                <a:spcPts val="800"/>
              </a:spcBef>
              <a:defRPr sz="1800">
                <a:solidFill>
                  <a:srgbClr val="3B82F6"/>
                </a:solidFill>
                <a:latin typeface="Segoe UI"/>
              </a:defRPr>
            </a:pPr>
            <a:r>
              <a:t>Measurable Value &amp; Scalability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10362895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377440"/>
            <a:ext cx="9784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85% Reduction in QA Audit Overhead: Automates compliance checks across thousands of concurrent calls.</a:t>
            </a:r>
          </a:p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Instant Risk Mitigation: Prevents regulatory penalties before a sales agent closes a conversation.</a:t>
            </a:r>
          </a:p>
          <a:p>
            <a:pPr>
              <a:spcBef>
                <a:spcPts val="1400"/>
              </a:spcBef>
              <a:defRPr sz="1800">
                <a:solidFill>
                  <a:srgbClr val="CBD5E1"/>
                </a:solidFill>
                <a:latin typeface="Segoe UI"/>
              </a:defRPr>
            </a:pPr>
            <a:r>
              <a:t>• Next-Phase Roadmap: Multi-speaker diarization (Agent vs. Customer segregation) and automated post-call executive PDF reporting.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