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VoicePulse AI</a:t>
            </a:r>
          </a:p>
          <a:p>
            <a:pPr>
              <a:spcBef>
                <a:spcPts val="1000"/>
              </a:spcBef>
              <a:defRPr sz="2200">
                <a:solidFill>
                  <a:srgbClr val="F8FAFC"/>
                </a:solidFill>
              </a:defRPr>
            </a:pPr>
            <a:r>
              <a:t>Real-Time Voice QA &amp; Enterprise Speech Analytics Platform</a:t>
            </a:r>
          </a:p>
          <a:p>
            <a:pPr>
              <a:spcBef>
                <a:spcPts val="2500"/>
              </a:spcBef>
              <a:defRPr sz="1400">
                <a:solidFill>
                  <a:srgbClr val="94A3B8"/>
                </a:solidFill>
              </a:defRPr>
            </a:pPr>
            <a:r>
              <a:t>Production-Ready Microservice Architecture • Built with FastAPI, Docker &amp; AssemblyAI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VOICEPULSE AI //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Challenge: Manual QA is Slow &amp; Unscalable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The Latency Bottleneck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Traditional speech review processes rely on manual spot-checking, causing severe evaluation delays across high-volume customer interaction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Compliance Blind Spots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Human oversight misses up to 85% of regulatory or script adherence infractions during live agent-customer audio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Integration Friction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Existing analytics tools lack lightweight, plug-and-play containerized deployment frameworks required by modern cloud infrastructures.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VOICEPULSE AI //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Working Flow Diagram: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Ingestion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Audio input streams or payloads sent securely to FastAPI REST endpoints.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Auth &amp;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926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Token validation, schema validation with Pydantic v2, and queue sorting.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3. Speech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023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AssemblyAI streaming integration processes audio transcripts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12064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QA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120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Automated scoring, sentiment calculation, and database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VOICEPULSE AI //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Enterprise Technology Stack &amp; Docker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Core Backend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FastAPI (Asynchronous)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Uvicorn ASGI Server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Pydantic v2 Validation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Python 3.13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Data &amp; Integration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AssemblyAI Speech API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SQLAlchemy ORM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SQLite Persistence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Requests Network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DevOps &amp; Production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Docker Containerization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Multi-stage Dockerfile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Docker Compose Config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Automated Health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